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2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5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1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8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0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5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2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73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8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09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4433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04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5443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14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22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7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63B0E-86AD-4097-8F74-52A2F877BC8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55B225-A406-4E5F-BA44-24BF13183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1128" y="1421608"/>
            <a:ext cx="7437334" cy="3757612"/>
          </a:xfrm>
        </p:spPr>
        <p:txBody>
          <a:bodyPr>
            <a:normAutofit fontScale="90000"/>
          </a:bodyPr>
          <a:lstStyle/>
          <a:p>
            <a:r>
              <a:rPr lang="en-US" sz="3300" b="1" dirty="0">
                <a:solidFill>
                  <a:srgbClr val="002060"/>
                </a:solidFill>
              </a:rPr>
              <a:t>RunA</a:t>
            </a:r>
            <a:r>
              <a:rPr lang="en-US" sz="3300" b="1" dirty="0">
                <a:solidFill>
                  <a:srgbClr val="92D050"/>
                </a:solidFill>
              </a:rPr>
              <a:t>Ride</a:t>
            </a:r>
            <a:r>
              <a:rPr lang="en-US" sz="3300" dirty="0"/>
              <a:t> </a:t>
            </a:r>
            <a:br>
              <a:rPr lang="en-US" dirty="0"/>
            </a:br>
            <a:r>
              <a:rPr lang="en-US" dirty="0">
                <a:latin typeface="Agency FB" panose="020B0503020202020204" pitchFamily="34" charset="0"/>
              </a:rPr>
              <a:t>Smart Ride Booking System for Rural Areas </a:t>
            </a: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>Easy, Affordable, Reliable Transport</a:t>
            </a:r>
            <a:br>
              <a:rPr lang="en-US" dirty="0">
                <a:latin typeface="Agency FB" panose="020B0503020202020204" pitchFamily="34" charset="0"/>
              </a:rPr>
            </a:br>
            <a:br>
              <a:rPr lang="en-US" dirty="0">
                <a:latin typeface="Agency FB" panose="020B0503020202020204" pitchFamily="34" charset="0"/>
              </a:rPr>
            </a:b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sz="2100" dirty="0">
                <a:latin typeface="Aptos" panose="020B0004020202020204" pitchFamily="34" charset="0"/>
              </a:rPr>
              <a:t>GitHub:  https://github.com/Ayush001122/runaride</a:t>
            </a:r>
            <a:br>
              <a:rPr lang="en-US" sz="2100" dirty="0">
                <a:latin typeface="Agency FB" panose="020B0503020202020204" pitchFamily="34" charset="0"/>
              </a:rPr>
            </a:br>
            <a:r>
              <a:rPr lang="en-US" sz="2100" dirty="0">
                <a:latin typeface="Aptos" panose="020B0004020202020204" pitchFamily="34" charset="0"/>
              </a:rPr>
              <a:t>  Live Demo:   https://runaride.vercel.app/</a:t>
            </a:r>
          </a:p>
        </p:txBody>
      </p:sp>
    </p:spTree>
    <p:extLst>
      <p:ext uri="{BB962C8B-B14F-4D97-AF65-F5344CB8AC3E}">
        <p14:creationId xmlns:p14="http://schemas.microsoft.com/office/powerpoint/2010/main" val="116238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Platform for Rural Areas A ride booking platform designed specifically for villages and small towns</a:t>
            </a:r>
          </a:p>
          <a:p>
            <a:r>
              <a:rPr lang="en-US" sz="2100" dirty="0"/>
              <a:t> Easy Connection Connects passengers with nearby drivers instantly </a:t>
            </a:r>
          </a:p>
          <a:p>
            <a:r>
              <a:rPr lang="en-US" sz="2100" dirty="0"/>
              <a:t>Better Access Improves transportation access in rural regions</a:t>
            </a:r>
          </a:p>
        </p:txBody>
      </p:sp>
    </p:spTree>
    <p:extLst>
      <p:ext uri="{BB962C8B-B14F-4D97-AF65-F5344CB8AC3E}">
        <p14:creationId xmlns:p14="http://schemas.microsoft.com/office/powerpoint/2010/main" val="4233373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Rural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785946"/>
          </a:xfrm>
        </p:spPr>
        <p:txBody>
          <a:bodyPr>
            <a:normAutofit/>
          </a:bodyPr>
          <a:lstStyle/>
          <a:p>
            <a:r>
              <a:rPr lang="en-US" sz="2100" dirty="0"/>
              <a:t>Limited Transport Very few vehicles available in villages </a:t>
            </a:r>
          </a:p>
          <a:p>
            <a:r>
              <a:rPr lang="en-US" sz="2100" dirty="0"/>
              <a:t>Long Wait Times Passengers wait hours for rides </a:t>
            </a:r>
          </a:p>
          <a:p>
            <a:r>
              <a:rPr lang="en-US" sz="2100" dirty="0"/>
              <a:t>No Tracking No real-time tracking system</a:t>
            </a:r>
          </a:p>
          <a:p>
            <a:r>
              <a:rPr lang="en-US" sz="2100" dirty="0"/>
              <a:t> Poor Connectivity Hard to connect drivers with passengers</a:t>
            </a:r>
          </a:p>
        </p:txBody>
      </p:sp>
    </p:spTree>
    <p:extLst>
      <p:ext uri="{BB962C8B-B14F-4D97-AF65-F5344CB8AC3E}">
        <p14:creationId xmlns:p14="http://schemas.microsoft.com/office/powerpoint/2010/main" val="21659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819776"/>
            <a:ext cx="6686550" cy="4484309"/>
          </a:xfrm>
        </p:spPr>
        <p:txBody>
          <a:bodyPr>
            <a:normAutofit lnSpcReduction="10000"/>
          </a:bodyPr>
          <a:lstStyle/>
          <a:p>
            <a:r>
              <a:rPr lang="en-US" sz="2100" dirty="0"/>
              <a:t>Simple Booking Easy ride booking system anyone can use</a:t>
            </a:r>
          </a:p>
          <a:p>
            <a:r>
              <a:rPr lang="en-US" sz="2100" dirty="0"/>
              <a:t> Quick Connection Connects users with nearby drivers fast</a:t>
            </a:r>
          </a:p>
          <a:p>
            <a:r>
              <a:rPr lang="en-US" sz="2100" dirty="0"/>
              <a:t> Less Waiting Reduces waiting time significantly</a:t>
            </a:r>
          </a:p>
          <a:p>
            <a:r>
              <a:rPr lang="en-US" sz="2100" dirty="0"/>
              <a:t> Better Access Provides better transport in rural areas</a:t>
            </a:r>
          </a:p>
          <a:p>
            <a:r>
              <a:rPr lang="en-US" sz="2100" dirty="0"/>
              <a:t>Easy Booking Book rides with just a few clicks</a:t>
            </a:r>
          </a:p>
          <a:p>
            <a:r>
              <a:rPr lang="en-US" sz="2100" dirty="0"/>
              <a:t> Real-Time Tracking Track your ride in real-time </a:t>
            </a:r>
          </a:p>
          <a:p>
            <a:r>
              <a:rPr lang="en-US" sz="2100" dirty="0"/>
              <a:t>Smart Dashboard Driver and user dashboards Fare Calculation Automatic fare calculation</a:t>
            </a:r>
          </a:p>
          <a:p>
            <a:r>
              <a:rPr lang="en-US" sz="2100" dirty="0"/>
              <a:t> Live Updates Live updates using </a:t>
            </a:r>
            <a:r>
              <a:rPr lang="en-US" sz="2100" dirty="0" err="1"/>
              <a:t>WebSocket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31301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HTML5, CSS3, JavaScript (Vanilla)</a:t>
            </a:r>
          </a:p>
          <a:p>
            <a:r>
              <a:rPr lang="en-US" dirty="0"/>
              <a:t>Node.js with Express.js</a:t>
            </a:r>
          </a:p>
          <a:p>
            <a:r>
              <a:rPr lang="en-US" dirty="0"/>
              <a:t>MongoDB for database</a:t>
            </a:r>
          </a:p>
          <a:p>
            <a:r>
              <a:rPr lang="en-US" dirty="0"/>
              <a:t>Mongoose ODM</a:t>
            </a:r>
          </a:p>
          <a:p>
            <a:r>
              <a:rPr lang="en-US" dirty="0"/>
              <a:t>JWT for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90985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41909" y="2062026"/>
            <a:ext cx="6492228" cy="362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User logs in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Enters pickup and drop location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System processes request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Nearest driver is assigned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Ride tracking starts</a:t>
            </a: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dirty="0">
                <a:solidFill>
                  <a:schemeClr val="tx1"/>
                </a:solidFill>
                <a:latin typeface="Arial" panose="020B0604020202020204" pitchFamily="34" charset="0"/>
              </a:rPr>
              <a:t>Ride completes successfully </a:t>
            </a:r>
          </a:p>
        </p:txBody>
      </p:sp>
    </p:spTree>
    <p:extLst>
      <p:ext uri="{BB962C8B-B14F-4D97-AF65-F5344CB8AC3E}">
        <p14:creationId xmlns:p14="http://schemas.microsoft.com/office/powerpoint/2010/main" val="3998025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b="1" dirty="0"/>
              <a:t>Offline Support </a:t>
            </a:r>
            <a:r>
              <a:rPr lang="en-US" sz="2100" dirty="0" err="1"/>
              <a:t>Support</a:t>
            </a:r>
            <a:r>
              <a:rPr lang="en-US" sz="2100" dirty="0"/>
              <a:t> for low internet areas </a:t>
            </a:r>
          </a:p>
          <a:p>
            <a:r>
              <a:rPr lang="en-US" sz="2100" b="1" dirty="0"/>
              <a:t>Local Integration </a:t>
            </a:r>
            <a:r>
              <a:rPr lang="en-US" sz="2100" dirty="0" err="1"/>
              <a:t>Integration</a:t>
            </a:r>
            <a:r>
              <a:rPr lang="en-US" sz="2100" dirty="0"/>
              <a:t> with local transport services </a:t>
            </a:r>
          </a:p>
          <a:p>
            <a:r>
              <a:rPr lang="en-US" sz="2100" b="1" dirty="0"/>
              <a:t>Voice Booking </a:t>
            </a:r>
            <a:r>
              <a:rPr lang="en-US" sz="2100" dirty="0"/>
              <a:t>Voice-based booking for easy use</a:t>
            </a:r>
          </a:p>
          <a:p>
            <a:r>
              <a:rPr lang="en-US" sz="2100" b="1" dirty="0"/>
              <a:t> Regional Expansion </a:t>
            </a:r>
            <a:r>
              <a:rPr lang="en-US" sz="2100" dirty="0" err="1"/>
              <a:t>Expansion</a:t>
            </a:r>
            <a:r>
              <a:rPr lang="en-US" sz="2100" dirty="0"/>
              <a:t> to more rural regions</a:t>
            </a:r>
          </a:p>
        </p:txBody>
      </p:sp>
    </p:spTree>
    <p:extLst>
      <p:ext uri="{BB962C8B-B14F-4D97-AF65-F5344CB8AC3E}">
        <p14:creationId xmlns:p14="http://schemas.microsoft.com/office/powerpoint/2010/main" val="40346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304" y="4291198"/>
            <a:ext cx="7372350" cy="58578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094" y="4950068"/>
            <a:ext cx="7449365" cy="59787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100" b="1" dirty="0"/>
              <a:t>RunARide </a:t>
            </a:r>
            <a:r>
              <a:rPr lang="en-US" sz="2100" dirty="0"/>
              <a:t>– Making rural transportation easy, affordable, and reliable</a:t>
            </a:r>
          </a:p>
        </p:txBody>
      </p:sp>
    </p:spTree>
    <p:extLst>
      <p:ext uri="{BB962C8B-B14F-4D97-AF65-F5344CB8AC3E}">
        <p14:creationId xmlns:p14="http://schemas.microsoft.com/office/powerpoint/2010/main" val="165464463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</TotalTime>
  <Words>275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Agency FB</vt:lpstr>
      <vt:lpstr>Aptos</vt:lpstr>
      <vt:lpstr>Arial</vt:lpstr>
      <vt:lpstr>Century Gothic</vt:lpstr>
      <vt:lpstr>Wingdings 3</vt:lpstr>
      <vt:lpstr>Wisp</vt:lpstr>
      <vt:lpstr>RunARide  Smart Ride Booking System for Rural Areas  Easy, Affordable, Reliable Transport   GitHub:  https://github.com/Ayush001122/runaride   Live Demo:   https://runaride.vercel.app/</vt:lpstr>
      <vt:lpstr>Introduction</vt:lpstr>
      <vt:lpstr>The Rural Problem</vt:lpstr>
      <vt:lpstr>Our Solution</vt:lpstr>
      <vt:lpstr>Tech Stack</vt:lpstr>
      <vt:lpstr>How It Works</vt:lpstr>
      <vt:lpstr>Future Scope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RunARide  Smart Ride Booking System for Rural Areas   Easy, Affordable, Reliable Transport</dc:title>
  <dc:creator>Nikhil Prasad Yadav</dc:creator>
  <cp:lastModifiedBy>ayushaggarwal00100@gmail.com</cp:lastModifiedBy>
  <cp:revision>6</cp:revision>
  <dcterms:created xsi:type="dcterms:W3CDTF">2026-04-06T11:30:48Z</dcterms:created>
  <dcterms:modified xsi:type="dcterms:W3CDTF">2026-04-07T00:28:50Z</dcterms:modified>
</cp:coreProperties>
</file>